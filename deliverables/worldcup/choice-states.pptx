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선택 전 / S08 동일 24초 안에서 교체. ‘결승입니다’ 발화에서 이 화면을 먼저 표시. 최종 우승 표시는 아직 없음. 제작자가 구성한 촬영용 선택안이며 실제 투표 결과 아님. 새로운 장면이나 추가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선택 후 / S08 동일 24초 안에서 교체. ‘저는 Tech X입니다’ 발화에서 이 화면으로 전환. 제작자가 구성한 촬영용 선택안이며 실제 투표 결과 아님. 새로운 장면이나 추가 시간이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265176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C6D4"/>
                </a:solidFill>
                <a:latin typeface="맑은 고딕"/>
                <a:ea typeface="맑은 고딕"/>
              </a:rPr>
              <a:t>AI 4 AI  /  우리 팀 배움 월드컵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2976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83E8C5"/>
                </a:solidFill>
                <a:latin typeface="맑은 고딕"/>
                <a:ea typeface="맑은 고딕"/>
              </a:rPr>
              <a:t>P08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83E8C5"/>
                </a:solidFill>
                <a:latin typeface="맑은 고딕"/>
                <a:ea typeface="맑은 고딕"/>
              </a:rPr>
              <a:t>결승 / 서로 알아보기 vs 함께 해보기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F6F8F9"/>
                </a:solidFill>
                <a:latin typeface="맑은 고딕"/>
                <a:ea typeface="맑은 고딕"/>
              </a:rPr>
              <a:t>Job Fair vs Tech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4C6D4"/>
                </a:solidFill>
                <a:latin typeface="맑은 고딕"/>
                <a:ea typeface="맑은 고딕"/>
              </a:rPr>
              <a:t>다른 조직에 권하고 싶은 교류 방식은?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199632"/>
            <a:ext cx="1090879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28232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008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4C6D4"/>
                </a:solidFill>
                <a:latin typeface="맑은 고딕"/>
                <a:ea typeface="맑은 고딕"/>
              </a:rPr>
              <a:t>검토용 구성안 · 선택 결과는 촬영용 제안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27248"/>
            <a:ext cx="3081528" cy="502920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278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6F8F9"/>
                </a:solidFill>
                <a:latin typeface="맑은 고딕"/>
                <a:ea typeface="맑은 고딕"/>
              </a:rPr>
              <a:t>AI 4 AI 세미나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67328"/>
            <a:ext cx="3081528" cy="502920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8679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6F8F9"/>
                </a:solidFill>
                <a:latin typeface="맑은 고딕"/>
                <a:ea typeface="맑은 고딕"/>
              </a:rPr>
              <a:t>Job Fair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09160"/>
            <a:ext cx="3081528" cy="502920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80974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6F8F9"/>
                </a:solidFill>
                <a:latin typeface="맑은 고딕"/>
                <a:ea typeface="맑은 고딕"/>
              </a:rPr>
              <a:t>명장 투어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349240"/>
            <a:ext cx="3081528" cy="502920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4498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6F8F9"/>
                </a:solidFill>
                <a:latin typeface="맑은 고딕"/>
                <a:ea typeface="맑은 고딕"/>
              </a:rPr>
              <a:t>Tech 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67328" y="3378708"/>
            <a:ext cx="393192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67328" y="4018788"/>
            <a:ext cx="393192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60520" y="3378708"/>
            <a:ext cx="0" cy="64008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60520" y="3698748"/>
            <a:ext cx="475488" cy="0"/>
          </a:xfrm>
          <a:prstGeom prst="line">
            <a:avLst/>
          </a:prstGeom>
          <a:ln w="25400">
            <a:solidFill>
              <a:srgbClr val="83E8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81728" y="3442715"/>
            <a:ext cx="2834640" cy="512064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racket-final-left"/>
          <p:cNvSpPr txBox="1"/>
          <p:nvPr/>
        </p:nvSpPr>
        <p:spPr>
          <a:xfrm>
            <a:off x="4818888" y="356158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Job Fair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16368" y="3698748"/>
            <a:ext cx="457200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67328" y="4960620"/>
            <a:ext cx="393192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67328" y="5600700"/>
            <a:ext cx="393192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160520" y="4960620"/>
            <a:ext cx="0" cy="64008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60520" y="5280660"/>
            <a:ext cx="475488" cy="0"/>
          </a:xfrm>
          <a:prstGeom prst="line">
            <a:avLst/>
          </a:prstGeom>
          <a:ln w="25400">
            <a:solidFill>
              <a:srgbClr val="83E8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681728" y="5024628"/>
            <a:ext cx="2834640" cy="512064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racket-final-right"/>
          <p:cNvSpPr txBox="1"/>
          <p:nvPr/>
        </p:nvSpPr>
        <p:spPr>
          <a:xfrm>
            <a:off x="4818888" y="51435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Tech 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16368" y="5280660"/>
            <a:ext cx="457200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73568" y="3698748"/>
            <a:ext cx="0" cy="1581912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73568" y="4489704"/>
            <a:ext cx="347472" cy="0"/>
          </a:xfrm>
          <a:prstGeom prst="line">
            <a:avLst/>
          </a:prstGeom>
          <a:ln w="25400">
            <a:solidFill>
              <a:srgbClr val="83E8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75904" y="4023360"/>
            <a:ext cx="3108960" cy="932688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racket-winner"/>
          <p:cNvSpPr txBox="1"/>
          <p:nvPr/>
        </p:nvSpPr>
        <p:spPr>
          <a:xfrm>
            <a:off x="8531352" y="4279392"/>
            <a:ext cx="27980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83E8C5"/>
                </a:solidFill>
                <a:latin typeface="맑은 고딕"/>
                <a:ea typeface="맑은 고딕"/>
              </a:rPr>
              <a:t>오늘의 추천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761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4강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2761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결승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265176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976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C6D4"/>
                </a:solidFill>
                <a:latin typeface="맑은 고딕"/>
                <a:ea typeface="맑은 고딕"/>
              </a:rPr>
              <a:t>AI 4 AI  /  우리 팀 배움 월드컵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42976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83E8C5"/>
                </a:solidFill>
                <a:latin typeface="맑은 고딕"/>
                <a:ea typeface="맑은 고딕"/>
              </a:rPr>
              <a:t>P08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83E8C5"/>
                </a:solidFill>
                <a:latin typeface="맑은 고딕"/>
                <a:ea typeface="맑은 고딕"/>
              </a:rPr>
              <a:t>결승 / 서로 알아보기 vs 함께 해보기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F6F8F9"/>
                </a:solidFill>
                <a:latin typeface="맑은 고딕"/>
                <a:ea typeface="맑은 고딕"/>
              </a:rPr>
              <a:t>Job Fair vs Tech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4C6D4"/>
                </a:solidFill>
                <a:latin typeface="맑은 고딕"/>
                <a:ea typeface="맑은 고딕"/>
              </a:rPr>
              <a:t>다른 조직에 권하고 싶은 교류 방식은?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199632"/>
            <a:ext cx="1090879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28232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008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B4C6D4"/>
                </a:solidFill>
                <a:latin typeface="맑은 고딕"/>
                <a:ea typeface="맑은 고딕"/>
              </a:rPr>
              <a:t>검토용 구성안 · 선택 결과는 촬영용 제안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27248"/>
            <a:ext cx="3081528" cy="502920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278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6F8F9"/>
                </a:solidFill>
                <a:latin typeface="맑은 고딕"/>
                <a:ea typeface="맑은 고딕"/>
              </a:rPr>
              <a:t>AI 4 AI 세미나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67328"/>
            <a:ext cx="3081528" cy="502920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8679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6F8F9"/>
                </a:solidFill>
                <a:latin typeface="맑은 고딕"/>
                <a:ea typeface="맑은 고딕"/>
              </a:rPr>
              <a:t>Job Fair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09160"/>
            <a:ext cx="3081528" cy="502920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80974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6F8F9"/>
                </a:solidFill>
                <a:latin typeface="맑은 고딕"/>
                <a:ea typeface="맑은 고딕"/>
              </a:rPr>
              <a:t>명장 투어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349240"/>
            <a:ext cx="3081528" cy="502920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4498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6F8F9"/>
                </a:solidFill>
                <a:latin typeface="맑은 고딕"/>
                <a:ea typeface="맑은 고딕"/>
              </a:rPr>
              <a:t>Tech 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67328" y="3378708"/>
            <a:ext cx="393192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67328" y="4018788"/>
            <a:ext cx="393192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60520" y="3378708"/>
            <a:ext cx="0" cy="64008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60520" y="3698748"/>
            <a:ext cx="475488" cy="0"/>
          </a:xfrm>
          <a:prstGeom prst="line">
            <a:avLst/>
          </a:prstGeom>
          <a:ln w="25400">
            <a:solidFill>
              <a:srgbClr val="83E8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81728" y="3442715"/>
            <a:ext cx="2834640" cy="512064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racket-final-left"/>
          <p:cNvSpPr txBox="1"/>
          <p:nvPr/>
        </p:nvSpPr>
        <p:spPr>
          <a:xfrm>
            <a:off x="4818888" y="356158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Job Fair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16368" y="3698748"/>
            <a:ext cx="457200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67328" y="4960620"/>
            <a:ext cx="393192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67328" y="5600700"/>
            <a:ext cx="393192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160520" y="4960620"/>
            <a:ext cx="0" cy="64008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60520" y="5280660"/>
            <a:ext cx="475488" cy="0"/>
          </a:xfrm>
          <a:prstGeom prst="line">
            <a:avLst/>
          </a:prstGeom>
          <a:ln w="25400">
            <a:solidFill>
              <a:srgbClr val="83E8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681728" y="5024628"/>
            <a:ext cx="2834640" cy="512064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racket-final-right"/>
          <p:cNvSpPr txBox="1"/>
          <p:nvPr/>
        </p:nvSpPr>
        <p:spPr>
          <a:xfrm>
            <a:off x="4818888" y="51435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Tech 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16368" y="5280660"/>
            <a:ext cx="457200" cy="0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73568" y="3698748"/>
            <a:ext cx="0" cy="1581912"/>
          </a:xfrm>
          <a:prstGeom prst="line">
            <a:avLst/>
          </a:prstGeom>
          <a:ln w="254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73568" y="4489704"/>
            <a:ext cx="347472" cy="0"/>
          </a:xfrm>
          <a:prstGeom prst="line">
            <a:avLst/>
          </a:prstGeom>
          <a:ln w="25400">
            <a:solidFill>
              <a:srgbClr val="83E8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75904" y="4023360"/>
            <a:ext cx="3108960" cy="932688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racket-winner"/>
          <p:cNvSpPr txBox="1"/>
          <p:nvPr/>
        </p:nvSpPr>
        <p:spPr>
          <a:xfrm>
            <a:off x="8531352" y="4279392"/>
            <a:ext cx="27980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83E8C5"/>
                </a:solidFill>
                <a:latin typeface="맑은 고딕"/>
                <a:ea typeface="맑은 고딕"/>
              </a:rPr>
              <a:t>Tech X</a:t>
            </a:r>
          </a:p>
        </p:txBody>
      </p:sp>
      <p:sp>
        <p:nvSpPr>
          <p:cNvPr id="37" name="bracket-winner-reason"/>
          <p:cNvSpPr txBox="1"/>
          <p:nvPr/>
        </p:nvSpPr>
        <p:spPr>
          <a:xfrm>
            <a:off x="8375904" y="516636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새로운 일에 함께 참여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761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4강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2761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결승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월드컵 P08 결승 선택 전·후 교체 화면</dc:title>
  <dc:subject/>
  <dc:creator>Data Center팀 교육담당 이관우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