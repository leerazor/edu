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/ S02 / 최종 00:40–01:05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새로운 기술을 배운다면</a:t>
            </a:r>
          </a:p>
          <a:p>
            <a:r>
              <a:t>P02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[P02 등장] 새로운 기술을 배운다면, 외부 전문가와 옆 부서 동료 중 누구를 먼저 찾으시겠습니까?</a:t>
            </a:r>
          </a:p>
          <a:p>
            <a:r>
              <a:t>류경동 팀장: [R01 선택 A 공개] 저는 외부 전문가요. 익숙하지 않은 기술과 시각부터 만나보고 싶습니다.</a:t>
            </a:r>
          </a:p>
          <a:p>
            <a:r>
              <a:t>이관우 교육담당: 저는 동료요. 우리 업무와 연결해 물어볼 수 있으니까요.</a:t>
            </a:r>
          </a:p>
          <a:p>
            <a:r>
              <a:t>추가 큐: 저는 외부 전문가요 / R01 선택 A 공개 / R01-POST-A로 교체. A 카드만 강조하고 B 카드는 남겨둔다. 순위·탈락 표시는 없다.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R01 / 촬영 제안 선택: A / 공개 발화: 저는 외부 전문가요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외부 전문가요</a:t>
            </a:r>
          </a:p>
          <a:p>
            <a:r>
              <a:t>본문의 촬영 제안 대사를 사용한다.</a:t>
            </a:r>
          </a:p>
          <a:p>
            <a:r>
              <a:t>B 선택 시 공개 발화: 저는 옆 부서 동료요</a:t>
            </a:r>
          </a:p>
          <a:p>
            <a:r>
              <a:t>S02 / 2번째 발화 교체 · 류경동 팀장: 저는 옆 부서 동료요. 우리와 가까운 문제를 어떻게 풀고 있는지 먼저 듣고 싶습니다.</a:t>
            </a:r>
          </a:p>
          <a:p>
            <a:r>
              <a:t>S02 / 3번째 발화 교체 · 이관우 교육담당: 저는 외부 전문가요. 처음 만나는 기술도 궁금합니다.</a:t>
            </a:r>
          </a:p>
          <a:p>
            <a:r>
              <a:t>R01 / PRE / selected=none</a:t>
            </a:r>
          </a:p>
          <a:p>
            <a:r>
              <a:t>공개 장면: S02 / 이 상태의 공개 발화: 저는 외부 전문가요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/ S02 / 최종 00:40–01:05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새로운 기술을 배운다면</a:t>
            </a:r>
          </a:p>
          <a:p>
            <a:r>
              <a:t>P02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[P02 등장] 새로운 기술을 배운다면, 외부 전문가와 옆 부서 동료 중 누구를 먼저 찾으시겠습니까?</a:t>
            </a:r>
          </a:p>
          <a:p>
            <a:r>
              <a:t>류경동 팀장: [R01 선택 A 공개] 저는 외부 전문가요. 익숙하지 않은 기술과 시각부터 만나보고 싶습니다.</a:t>
            </a:r>
          </a:p>
          <a:p>
            <a:r>
              <a:t>이관우 교육담당: 저는 동료요. 우리 업무와 연결해 물어볼 수 있으니까요.</a:t>
            </a:r>
          </a:p>
          <a:p>
            <a:r>
              <a:t>추가 큐: 저는 외부 전문가요 / R01 선택 A 공개 / R01-POST-A로 교체. A 카드만 강조하고 B 카드는 남겨둔다. 순위·탈락 표시는 없다.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R01 / 촬영 제안 선택: A / 공개 발화: 저는 외부 전문가요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외부 전문가요</a:t>
            </a:r>
          </a:p>
          <a:p>
            <a:r>
              <a:t>본문의 촬영 제안 대사를 사용한다.</a:t>
            </a:r>
          </a:p>
          <a:p>
            <a:r>
              <a:t>B 선택 시 공개 발화: 저는 옆 부서 동료요</a:t>
            </a:r>
          </a:p>
          <a:p>
            <a:r>
              <a:t>S02 / 2번째 발화 교체 · 류경동 팀장: 저는 옆 부서 동료요. 우리와 가까운 문제를 어떻게 풀고 있는지 먼저 듣고 싶습니다.</a:t>
            </a:r>
          </a:p>
          <a:p>
            <a:r>
              <a:t>S02 / 3번째 발화 교체 · 이관우 교육담당: 저는 외부 전문가요. 처음 만나는 기술도 궁금합니다.</a:t>
            </a:r>
          </a:p>
          <a:p>
            <a:r>
              <a:t>R01 / POST-A / selected=A</a:t>
            </a:r>
          </a:p>
          <a:p>
            <a:r>
              <a:t>공개 장면: S02 / 이 상태의 공개 발화: 저는 외부 전문가요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/ S02 / 최종 00:40–01:05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새로운 기술을 배운다면</a:t>
            </a:r>
          </a:p>
          <a:p>
            <a:r>
              <a:t>P02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[P02 등장] 새로운 기술을 배운다면, 외부 전문가와 옆 부서 동료 중 누구를 먼저 찾으시겠습니까?</a:t>
            </a:r>
          </a:p>
          <a:p>
            <a:r>
              <a:t>류경동 팀장: [R01 선택 A 공개] 저는 외부 전문가요. 익숙하지 않은 기술과 시각부터 만나보고 싶습니다.</a:t>
            </a:r>
          </a:p>
          <a:p>
            <a:r>
              <a:t>이관우 교육담당: 저는 동료요. 우리 업무와 연결해 물어볼 수 있으니까요.</a:t>
            </a:r>
          </a:p>
          <a:p>
            <a:r>
              <a:t>추가 큐: 저는 외부 전문가요 / R01 선택 A 공개 / R01-POST-A로 교체. A 카드만 강조하고 B 카드는 남겨둔다. 순위·탈락 표시는 없다.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R01 / 촬영 제안 선택: A / 공개 발화: 저는 외부 전문가요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외부 전문가요</a:t>
            </a:r>
          </a:p>
          <a:p>
            <a:r>
              <a:t>본문의 촬영 제안 대사를 사용한다.</a:t>
            </a:r>
          </a:p>
          <a:p>
            <a:r>
              <a:t>B 선택 시 공개 발화: 저는 옆 부서 동료요</a:t>
            </a:r>
          </a:p>
          <a:p>
            <a:r>
              <a:t>S02 / 2번째 발화 교체 · 류경동 팀장: 저는 옆 부서 동료요. 우리와 가까운 문제를 어떻게 풀고 있는지 먼저 듣고 싶습니다.</a:t>
            </a:r>
          </a:p>
          <a:p>
            <a:r>
              <a:t>S02 / 3번째 발화 교체 · 이관우 교육담당: 저는 외부 전문가요. 처음 만나는 기술도 궁금합니다.</a:t>
            </a:r>
          </a:p>
          <a:p>
            <a:r>
              <a:t>R01 / POST-B / selected=B</a:t>
            </a:r>
          </a:p>
          <a:p>
            <a:r>
              <a:t>공개 장면: S02 / 이 상태의 공개 발화: 저는 옆 부서 동료요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/ S04 / 최종 01:45–02:10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이번에는 익숙한 일을 더 깊이 파기</a:t>
            </a:r>
          </a:p>
          <a:p>
            <a:r>
              <a:t>P04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[P04 등장] 이번에는 익숙한 일을 더 깊이 파기, 다른 부서의 관심 과제에 도전하기. 어느 쪽이세요?</a:t>
            </a:r>
          </a:p>
          <a:p>
            <a:r>
              <a:t>류경동 팀장: [R02 선택 B 공개] 저는 새로운 과제에 도전하겠습니다. 다른 분야에서는 문제를 어떻게 푸는지 함께 일하며 보고 싶어요.</a:t>
            </a:r>
          </a:p>
          <a:p>
            <a:r>
              <a:t>추가 큐: 저는 새로운 과제에 도전하겠습니다 / R02 선택 B 공개 / R02-POST-B로 교체. B 카드만 강조하고 상대 선택을 낮춰 평가하지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R02 / 촬영 제안 선택: B / 공개 발화: 저는 새로운 과제에 도전하겠습니다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익숙한 일을 더 깊게 파겠습니다</a:t>
            </a:r>
          </a:p>
          <a:p>
            <a:r>
              <a:t>S04 / 2번째 발화 교체 · 류경동 팀장: 저는 익숙한 일을 더 깊게 파겠습니다. 잘 안다고 생각했던 일에도 아직 모르는 게 있을 테니까요.</a:t>
            </a:r>
          </a:p>
          <a:p>
            <a:r>
              <a:t>S05 / 1번째 발화 교체 · 이관우 교육담당: 저는 Tech X에서 다른 부서 과제에 도전했습니다. k8s GPU 자원 효율화 과제였는데요. 부서마다 접근하는 관점이 다르더라고요.</a:t>
            </a:r>
          </a:p>
          <a:p>
            <a:r>
              <a:t>B 선택 시 공개 발화: 저는 새로운 과제에 도전하겠습니다</a:t>
            </a:r>
          </a:p>
          <a:p>
            <a:r>
              <a:t>본문의 촬영 제안 대사를 사용한다.</a:t>
            </a:r>
          </a:p>
          <a:p>
            <a:r>
              <a:t>R02 / PRE / selected=none</a:t>
            </a:r>
          </a:p>
          <a:p>
            <a:r>
              <a:t>공개 장면: S04 / 이 상태의 공개 발화: 저는 새로운 과제에 도전하겠습니다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/ S04 / 최종 01:45–02:10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이번에는 익숙한 일을 더 깊이 파기</a:t>
            </a:r>
          </a:p>
          <a:p>
            <a:r>
              <a:t>P04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[P04 등장] 이번에는 익숙한 일을 더 깊이 파기, 다른 부서의 관심 과제에 도전하기. 어느 쪽이세요?</a:t>
            </a:r>
          </a:p>
          <a:p>
            <a:r>
              <a:t>류경동 팀장: [R02 선택 B 공개] 저는 새로운 과제에 도전하겠습니다. 다른 분야에서는 문제를 어떻게 푸는지 함께 일하며 보고 싶어요.</a:t>
            </a:r>
          </a:p>
          <a:p>
            <a:r>
              <a:t>추가 큐: 저는 새로운 과제에 도전하겠습니다 / R02 선택 B 공개 / R02-POST-B로 교체. B 카드만 강조하고 상대 선택을 낮춰 평가하지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R02 / 촬영 제안 선택: B / 공개 발화: 저는 새로운 과제에 도전하겠습니다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익숙한 일을 더 깊게 파겠습니다</a:t>
            </a:r>
          </a:p>
          <a:p>
            <a:r>
              <a:t>S04 / 2번째 발화 교체 · 류경동 팀장: 저는 익숙한 일을 더 깊게 파겠습니다. 잘 안다고 생각했던 일에도 아직 모르는 게 있을 테니까요.</a:t>
            </a:r>
          </a:p>
          <a:p>
            <a:r>
              <a:t>S05 / 1번째 발화 교체 · 이관우 교육담당: 저는 Tech X에서 다른 부서 과제에 도전했습니다. k8s GPU 자원 효율화 과제였는데요. 부서마다 접근하는 관점이 다르더라고요.</a:t>
            </a:r>
          </a:p>
          <a:p>
            <a:r>
              <a:t>B 선택 시 공개 발화: 저는 새로운 과제에 도전하겠습니다</a:t>
            </a:r>
          </a:p>
          <a:p>
            <a:r>
              <a:t>본문의 촬영 제안 대사를 사용한다.</a:t>
            </a:r>
          </a:p>
          <a:p>
            <a:r>
              <a:t>R02 / POST-A / selected=A</a:t>
            </a:r>
          </a:p>
          <a:p>
            <a:r>
              <a:t>공개 장면: S04 / 이 상태의 공개 발화: 저는 익숙한 일을 더 깊게 파겠습니다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/ S04 / 최종 01:45–02:10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이번에는 익숙한 일을 더 깊이 파기</a:t>
            </a:r>
          </a:p>
          <a:p>
            <a:r>
              <a:t>P04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[P04 등장] 이번에는 익숙한 일을 더 깊이 파기, 다른 부서의 관심 과제에 도전하기. 어느 쪽이세요?</a:t>
            </a:r>
          </a:p>
          <a:p>
            <a:r>
              <a:t>류경동 팀장: [R02 선택 B 공개] 저는 새로운 과제에 도전하겠습니다. 다른 분야에서는 문제를 어떻게 푸는지 함께 일하며 보고 싶어요.</a:t>
            </a:r>
          </a:p>
          <a:p>
            <a:r>
              <a:t>추가 큐: 저는 새로운 과제에 도전하겠습니다 / R02 선택 B 공개 / R02-POST-B로 교체. B 카드만 강조하고 상대 선택을 낮춰 평가하지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R02 / 촬영 제안 선택: B / 공개 발화: 저는 새로운 과제에 도전하겠습니다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익숙한 일을 더 깊게 파겠습니다</a:t>
            </a:r>
          </a:p>
          <a:p>
            <a:r>
              <a:t>S04 / 2번째 발화 교체 · 류경동 팀장: 저는 익숙한 일을 더 깊게 파겠습니다. 잘 안다고 생각했던 일에도 아직 모르는 게 있을 테니까요.</a:t>
            </a:r>
          </a:p>
          <a:p>
            <a:r>
              <a:t>S05 / 1번째 발화 교체 · 이관우 교육담당: 저는 Tech X에서 다른 부서 과제에 도전했습니다. k8s GPU 자원 효율화 과제였는데요. 부서마다 접근하는 관점이 다르더라고요.</a:t>
            </a:r>
          </a:p>
          <a:p>
            <a:r>
              <a:t>B 선택 시 공개 발화: 저는 새로운 과제에 도전하겠습니다</a:t>
            </a:r>
          </a:p>
          <a:p>
            <a:r>
              <a:t>본문의 촬영 제안 대사를 사용한다.</a:t>
            </a:r>
          </a:p>
          <a:p>
            <a:r>
              <a:t>R02 / POST-B / selected=B</a:t>
            </a:r>
          </a:p>
          <a:p>
            <a:r>
              <a:t>공개 장면: S04 / 이 상태의 공개 발화: 저는 새로운 과제에 도전하겠습니다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/ S07 / 최종 03:00–03:25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동료의 일을 이해할 때</a:t>
            </a:r>
          </a:p>
          <a:p>
            <a:r>
              <a:t>P07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[P07 등장] 동료의 일을 이해할 때, 설명을 먼저 들으시겠습니까, 현장에 먼저 가보시겠습니까?</a:t>
            </a:r>
          </a:p>
          <a:p>
            <a:r>
              <a:t>류경동 팀장: [R03 선택 B 공개] 저는 현장부터요. 직접 보고 나면, 동료에게 무엇을 물어볼지도 더 구체적이겠죠.</a:t>
            </a:r>
          </a:p>
          <a:p>
            <a:r>
              <a:t>추가 큐: 저는 현장부터요 / R03 선택 B 공개 / R03-POST-B로 교체. 실제 팀장님의 현장 방문 경험을 뜻하는 회상 화면은 넣지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R03 / 촬영 제안 선택: B / 공개 발화: 저는 현장부터요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설명부터요</a:t>
            </a:r>
          </a:p>
          <a:p>
            <a:r>
              <a:t>S07 / 2번째 발화 교체 · 류경동 팀장: 저는 설명부터요. 어떤 일을 왜 하는지 듣고 가면, 현장에서도 더 많이 보일 것 같습니다.</a:t>
            </a:r>
          </a:p>
          <a:p>
            <a:r>
              <a:t>S08 / 2번째 발화 교체 · 류경동 팀장: 현장을 보는 것도 좋죠. 제가 고른 것처럼 동료의 설명을 직접 들을 자리도 있었나요?</a:t>
            </a:r>
          </a:p>
          <a:p>
            <a:r>
              <a:t>B 선택 시 공개 발화: 저는 현장부터요</a:t>
            </a:r>
          </a:p>
          <a:p>
            <a:r>
              <a:t>본문의 촬영 제안 대사를 사용한다.</a:t>
            </a:r>
          </a:p>
          <a:p>
            <a:r>
              <a:t>R03 / PRE / selected=none</a:t>
            </a:r>
          </a:p>
          <a:p>
            <a:r>
              <a:t>공개 장면: S07 / 이 상태의 공개 발화: 저는 현장부터요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/ S07 / 최종 03:00–03:25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동료의 일을 이해할 때</a:t>
            </a:r>
          </a:p>
          <a:p>
            <a:r>
              <a:t>P07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[P07 등장] 동료의 일을 이해할 때, 설명을 먼저 들으시겠습니까, 현장에 먼저 가보시겠습니까?</a:t>
            </a:r>
          </a:p>
          <a:p>
            <a:r>
              <a:t>류경동 팀장: [R03 선택 B 공개] 저는 현장부터요. 직접 보고 나면, 동료에게 무엇을 물어볼지도 더 구체적이겠죠.</a:t>
            </a:r>
          </a:p>
          <a:p>
            <a:r>
              <a:t>추가 큐: 저는 현장부터요 / R03 선택 B 공개 / R03-POST-B로 교체. 실제 팀장님의 현장 방문 경험을 뜻하는 회상 화면은 넣지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R03 / 촬영 제안 선택: B / 공개 발화: 저는 현장부터요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설명부터요</a:t>
            </a:r>
          </a:p>
          <a:p>
            <a:r>
              <a:t>S07 / 2번째 발화 교체 · 류경동 팀장: 저는 설명부터요. 어떤 일을 왜 하는지 듣고 가면, 현장에서도 더 많이 보일 것 같습니다.</a:t>
            </a:r>
          </a:p>
          <a:p>
            <a:r>
              <a:t>S08 / 2번째 발화 교체 · 류경동 팀장: 현장을 보는 것도 좋죠. 제가 고른 것처럼 동료의 설명을 직접 들을 자리도 있었나요?</a:t>
            </a:r>
          </a:p>
          <a:p>
            <a:r>
              <a:t>B 선택 시 공개 발화: 저는 현장부터요</a:t>
            </a:r>
          </a:p>
          <a:p>
            <a:r>
              <a:t>본문의 촬영 제안 대사를 사용한다.</a:t>
            </a:r>
          </a:p>
          <a:p>
            <a:r>
              <a:t>R03 / POST-A / selected=A</a:t>
            </a:r>
          </a:p>
          <a:p>
            <a:r>
              <a:t>공개 장면: S07 / 이 상태의 공개 발화: 저는 설명부터요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/ S07 / 최종 03:00–03:25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동료의 일을 이해할 때</a:t>
            </a:r>
          </a:p>
          <a:p>
            <a:r>
              <a:t>P07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[P07 등장] 동료의 일을 이해할 때, 설명을 먼저 들으시겠습니까, 현장에 먼저 가보시겠습니까?</a:t>
            </a:r>
          </a:p>
          <a:p>
            <a:r>
              <a:t>류경동 팀장: [R03 선택 B 공개] 저는 현장부터요. 직접 보고 나면, 동료에게 무엇을 물어볼지도 더 구체적이겠죠.</a:t>
            </a:r>
          </a:p>
          <a:p>
            <a:r>
              <a:t>추가 큐: 저는 현장부터요 / R03 선택 B 공개 / R03-POST-B로 교체. 실제 팀장님의 현장 방문 경험을 뜻하는 회상 화면은 넣지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R03 / 촬영 제안 선택: B / 공개 발화: 저는 현장부터요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설명부터요</a:t>
            </a:r>
          </a:p>
          <a:p>
            <a:r>
              <a:t>S07 / 2번째 발화 교체 · 류경동 팀장: 저는 설명부터요. 어떤 일을 왜 하는지 듣고 가면, 현장에서도 더 많이 보일 것 같습니다.</a:t>
            </a:r>
          </a:p>
          <a:p>
            <a:r>
              <a:t>S08 / 2번째 발화 교체 · 류경동 팀장: 현장을 보는 것도 좋죠. 제가 고른 것처럼 동료의 설명을 직접 들을 자리도 있었나요?</a:t>
            </a:r>
          </a:p>
          <a:p>
            <a:r>
              <a:t>B 선택 시 공개 발화: 저는 현장부터요</a:t>
            </a:r>
          </a:p>
          <a:p>
            <a:r>
              <a:t>본문의 촬영 제안 대사를 사용한다.</a:t>
            </a:r>
          </a:p>
          <a:p>
            <a:r>
              <a:t>R03 / POST-B / selected=B</a:t>
            </a:r>
          </a:p>
          <a:p>
            <a:r>
              <a:t>공개 장면: S07 / 이 상태의 공개 발화: 저는 현장부터요</a:t>
            </a:r>
          </a:p>
          <a:p>
            <a:r>
              <a:t>기존 질문 장면 안에서 교체하는 화면. 추가 장면이나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R01-PRE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1 · 누구에게 배울까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기술,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누구에게 먼저 배울까요?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외부 전문가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밖의 기술과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먼저 만나보고 싶은 사람은?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옆 부서 동료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일과 가까운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R01-POST-A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1 · 누구에게 배울까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기술,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누구에게 먼저 배울까요?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83E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외부 전문가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밖의 기술과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먼저 만나보고 싶은 사람은?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옆 부서 동료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일과 가까운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A · 외부 전문가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R01-POST-B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1 · 누구에게 배울까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기술,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누구에게 먼저 배울까요?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외부 전문가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밖의 기술과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먼저 만나보고 싶은 사람은?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C1B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옆 부서 동료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일과 가까운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B · 옆 부서 동료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R02-PRE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2 · 어떤 일에 도전할까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익숙한 일을 더 깊게,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일에 도전?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익숙한 일을 더 깊게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내 분야의 전문성을 쌓다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지금 더 해보고 싶은 경험은?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다른 부서 과제에 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다른 관점으로 함께 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R02-POST-A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2 · 어떤 일에 도전할까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익숙한 일을 더 깊게,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일에 도전?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83E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익숙한 일을 더 깊게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내 분야의 전문성을 쌓다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지금 더 해보고 싶은 경험은?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다른 부서 과제에 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다른 관점으로 함께 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A · 익숙한 일을 더 깊게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R02-POST-B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2 · 어떤 일에 도전할까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익숙한 일을 더 깊게,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일에 도전?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익숙한 일을 더 깊게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내 분야의 전문성을 쌓다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지금 더 해보고 싶은 경험은?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C1B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다른 부서 과제에 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다른 관점으로 함께 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B · 다른 부서 과제에 도전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R03-PRE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3 · 어떻게 이해할까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동료의 일,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어떻게 알아볼까요?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설명부터 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역할과 맥락을 먼저 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업무를 이해하는 첫걸음은?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현장부터 가보기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일하는 환경을 먼저 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R03-POST-A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3 · 어떻게 이해할까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동료의 일,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어떻게 알아볼까요?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83E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설명부터 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역할과 맥락을 먼저 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업무를 이해하는 첫걸음은?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현장부터 가보기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일하는 환경을 먼저 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A · 설명부터 듣기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48056"/>
            <a:ext cx="18562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R03-POST-B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3 · 어떻게 이해할까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동료의 일,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어떻게 알아볼까요?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설명부터 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역할과 맥락을 먼저 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업무를 이해하는 첫걸음은?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C1B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현장부터 가보기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일하는 환경을 먼저 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지금의 선택  B · 현장부터 가보기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밸런스 게임 · 선택 전과 A/B 공개 화면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